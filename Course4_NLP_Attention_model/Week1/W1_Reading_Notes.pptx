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E5B1F-29F0-3DDF-C275-865172B58C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8E269B-7867-931E-0390-F2A5DACD5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AEBD6-DEFE-5D48-63AC-698F131B5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FEFAF-E6D4-4190-98C2-04067284F9F0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2E46A-775C-E953-D58F-FE2167A90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D3871-3043-C056-4896-B03494EA6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590B6-08B0-4B84-85F0-CAAF7ABB3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982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DEAFE-3AED-5C49-191B-5CB0FC4A3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1F738-AFB6-8ED8-FD25-5B78895FA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BCDC9-0544-88A7-E654-1FDCD5CA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FEFAF-E6D4-4190-98C2-04067284F9F0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D67BD-6ECC-3F47-E02F-3AA78BAD1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3AB5C-6A86-5F24-57AE-F48CF13B7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590B6-08B0-4B84-85F0-CAAF7ABB3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670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55A79-E5C8-3039-EEE1-83297FD0B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AF1A5-6D8C-BC17-B90E-4B26E2999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A0356-40F7-69D0-6091-7297FA18E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FEFAF-E6D4-4190-98C2-04067284F9F0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977D7-B5F8-F9AD-D9D9-0DDCE3733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7731E-7F50-220D-3EF7-ED8ACD21D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590B6-08B0-4B84-85F0-CAAF7ABB3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972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0C7F0-8734-998A-5D5F-862D02AEC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215E8-7031-AAFA-AB24-EBEACB604F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F7170A-22EB-B1BC-5305-D49B8CC06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C84ED0-0B01-A3EB-2B09-DCA0752FF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FEFAF-E6D4-4190-98C2-04067284F9F0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D29017-E265-0D75-7897-65D90B8F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D4C53-7C4A-6FFF-541B-E364CCAFB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590B6-08B0-4B84-85F0-CAAF7ABB3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72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523B0-3214-1814-6ABA-5E7BBD4ED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E0D90C-B558-48AE-038A-CFC9002F7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8AA7AD-A3C9-F140-6231-29EB05853D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E98F5C-7095-18B2-EA8D-516D1A7E1C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1AD56E-4438-DC92-ADC2-1A5BD84117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F329F3-DE38-5497-2E6C-5E2824B04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FEFAF-E6D4-4190-98C2-04067284F9F0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0EB90E-03DC-B0C4-1931-430ED7D3E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D7F235-6FE3-ED04-2E49-195743DC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590B6-08B0-4B84-85F0-CAAF7ABB3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792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9CA95-20E3-D624-32DA-C54EE1B02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BF3235-3D50-F432-8D35-9D0E08E82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FEFAF-E6D4-4190-98C2-04067284F9F0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3D0C78-9EBF-CCA6-9596-E2CCD79DC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7500F2-6B5D-621B-5EB0-2D4C7BC3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590B6-08B0-4B84-85F0-CAAF7ABB3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008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F6926D-E13A-A15D-665F-60A69FEE2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FEFAF-E6D4-4190-98C2-04067284F9F0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2FB329-92EA-2853-5C34-AE0F39E6A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FA7FD-5250-5B61-7830-4794B6241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590B6-08B0-4B84-85F0-CAAF7ABB3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445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52879-1134-494D-3052-242414933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25D8A-F379-1530-7784-D325B9AFE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28A1F5-246D-2B81-BA39-8DEBFB245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5C209-402B-7A07-6BF7-7B5AF9BAE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FEFAF-E6D4-4190-98C2-04067284F9F0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89AAD-79B0-95C7-55F0-C2BD8BEA3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EBB38-2218-B548-1122-3C3CAC9BD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590B6-08B0-4B84-85F0-CAAF7ABB3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43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33BB9-5422-E40A-DA8C-1DD257444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8383E-A4AA-94E8-C20A-D83072F0E6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333836-8909-215B-6A7B-6DA4D60D6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87D5A9-EE2D-B18C-6604-F4C3F2D4C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FEFAF-E6D4-4190-98C2-04067284F9F0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4E995B-1134-5815-9E25-D72359FEE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F5156-53AF-958E-D250-7D1E326B1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590B6-08B0-4B84-85F0-CAAF7ABB3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549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B05FD-787C-C5F6-8FA9-30D402246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334486-3889-FCB2-8E62-00AA4FFB6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AF830-A57E-6B88-8BA1-6DD9D6984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FEFAF-E6D4-4190-98C2-04067284F9F0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2F865-0A6D-81AC-196C-D965C75CF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50E15-644B-F811-1E6F-ACEC3B6D9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590B6-08B0-4B84-85F0-CAAF7ABB3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761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91F8EC-CEB7-BF24-629B-57E4D6CB4F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E42293-DCA7-60C2-CEC2-685D03F4D8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87A4E-DDC9-76CA-9B0A-DEE1FA28E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FEFAF-E6D4-4190-98C2-04067284F9F0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7F84C-5CE9-E73E-B2C8-6410AA465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C7955-3C61-8031-0A9A-6162FB8EA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590B6-08B0-4B84-85F0-CAAF7ABB3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8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EA2EEF-734B-AE40-2420-C9A05A27A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45CE30-DA25-4D06-BCCA-E0CE4D54E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492BF-2A07-DA8E-DAE6-70EA9BC2D6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2FEFAF-E6D4-4190-98C2-04067284F9F0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E97A8-904F-8944-60A6-0DF9D76F84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B21B4-292B-D32A-8DB1-BDD7B6D2E5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590B6-08B0-4B84-85F0-CAAF7ABB3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01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C923DB-3628-6439-EF15-AFC08B03A15E}"/>
              </a:ext>
            </a:extLst>
          </p:cNvPr>
          <p:cNvSpPr txBox="1"/>
          <p:nvPr/>
        </p:nvSpPr>
        <p:spPr>
          <a:xfrm>
            <a:off x="108154" y="1004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F1F1F"/>
                </a:solidFill>
                <a:effectLst/>
              </a:rPr>
              <a:t>Background on seq2seq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C0FBC0-C202-1FB2-8290-F5600A074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03" y="570311"/>
            <a:ext cx="10982632" cy="591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246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mrinmoy bhuyan</dc:creator>
  <cp:lastModifiedBy>mrinmoy bhuyan</cp:lastModifiedBy>
  <cp:revision>2</cp:revision>
  <dcterms:created xsi:type="dcterms:W3CDTF">2024-01-01T16:18:54Z</dcterms:created>
  <dcterms:modified xsi:type="dcterms:W3CDTF">2024-01-01T16:19:43Z</dcterms:modified>
</cp:coreProperties>
</file>